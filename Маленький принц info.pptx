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3"/>
  </p:notesMasterIdLst>
  <p:sldIdLst>
    <p:sldId id="256" r:id="rId2"/>
    <p:sldId id="266" r:id="rId3"/>
    <p:sldId id="316" r:id="rId4"/>
    <p:sldId id="262" r:id="rId5"/>
    <p:sldId id="270" r:id="rId6"/>
    <p:sldId id="312" r:id="rId7"/>
    <p:sldId id="315" r:id="rId8"/>
    <p:sldId id="313" r:id="rId9"/>
    <p:sldId id="314" r:id="rId10"/>
    <p:sldId id="263" r:id="rId11"/>
    <p:sldId id="264" r:id="rId12"/>
  </p:sldIdLst>
  <p:sldSz cx="9144000" cy="5143500" type="screen16x9"/>
  <p:notesSz cx="6858000" cy="9144000"/>
  <p:embeddedFontLst>
    <p:embeddedFont>
      <p:font typeface="Albert Sans" panose="020B0604020202020204" charset="0"/>
      <p:regular r:id="rId14"/>
      <p:bold r:id="rId15"/>
      <p:italic r:id="rId16"/>
      <p:boldItalic r:id="rId17"/>
    </p:embeddedFont>
    <p:embeddedFont>
      <p:font typeface="Alexandria Medium" panose="020B0604020202020204" charset="-78"/>
      <p:regular r:id="rId18"/>
      <p:bold r:id="rId19"/>
    </p:embeddedFont>
    <p:embeddedFont>
      <p:font typeface="Century Gothic" panose="020B0502020202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84D3BD-B3F7-4772-A720-B06E7E3FB26B}">
  <a:tblStyle styleId="{D184D3BD-B3F7-4772-A720-B06E7E3FB2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8AD22AD-3370-482E-B71B-898F9057F87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6510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5685abcfc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5685abcfc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5685abcfc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5685abcfc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0222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5685abcfc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5685abcfc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4235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5685abcfc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5685abcfc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2179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5685abcfc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5685abcfc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083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5703cb3a7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5703cb3a7b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l="174697" t="-83399" r="177064" b="41635"/>
          <a:stretch/>
        </p:blipFill>
        <p:spPr>
          <a:xfrm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15100" y="1636300"/>
            <a:ext cx="3856800" cy="189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>
            <a:spLocks noGrp="1"/>
          </p:cNvSpPr>
          <p:nvPr>
            <p:ph type="pic" idx="2"/>
          </p:nvPr>
        </p:nvSpPr>
        <p:spPr>
          <a:xfrm>
            <a:off x="5715175" y="75"/>
            <a:ext cx="3429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1897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50466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23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2">
            <a:alphaModFix/>
          </a:blip>
          <a:srcRect l="-50000" t="49600" r="50000" b="-584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subTitle" idx="1"/>
          </p:nvPr>
        </p:nvSpPr>
        <p:spPr>
          <a:xfrm>
            <a:off x="715100" y="20465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715100" y="32990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3"/>
          </p:nvPr>
        </p:nvSpPr>
        <p:spPr>
          <a:xfrm>
            <a:off x="715100" y="16667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4"/>
          </p:nvPr>
        </p:nvSpPr>
        <p:spPr>
          <a:xfrm>
            <a:off x="715100" y="29192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>
            <a:spLocks noGrp="1"/>
          </p:cNvSpPr>
          <p:nvPr>
            <p:ph type="subTitle" idx="1"/>
          </p:nvPr>
        </p:nvSpPr>
        <p:spPr>
          <a:xfrm>
            <a:off x="715100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2"/>
          </p:nvPr>
        </p:nvSpPr>
        <p:spPr>
          <a:xfrm>
            <a:off x="7151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ubTitle" idx="3"/>
          </p:nvPr>
        </p:nvSpPr>
        <p:spPr>
          <a:xfrm>
            <a:off x="3506100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4"/>
          </p:nvPr>
        </p:nvSpPr>
        <p:spPr>
          <a:xfrm>
            <a:off x="3506099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5"/>
          </p:nvPr>
        </p:nvSpPr>
        <p:spPr>
          <a:xfrm>
            <a:off x="6297202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6"/>
          </p:nvPr>
        </p:nvSpPr>
        <p:spPr>
          <a:xfrm>
            <a:off x="62972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9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9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9"/>
          <p:cNvSpPr txBox="1">
            <a:spLocks noGrp="1"/>
          </p:cNvSpPr>
          <p:nvPr>
            <p:ph type="ctrTitle"/>
          </p:nvPr>
        </p:nvSpPr>
        <p:spPr>
          <a:xfrm>
            <a:off x="715100" y="3330625"/>
            <a:ext cx="3856800" cy="12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2" name="Google Shape;172;p29"/>
          <p:cNvSpPr txBox="1">
            <a:spLocks noGrp="1"/>
          </p:cNvSpPr>
          <p:nvPr>
            <p:ph type="subTitle" idx="1"/>
          </p:nvPr>
        </p:nvSpPr>
        <p:spPr>
          <a:xfrm>
            <a:off x="4571900" y="535000"/>
            <a:ext cx="26838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3" name="Google Shape;173;p29"/>
          <p:cNvSpPr txBox="1"/>
          <p:nvPr/>
        </p:nvSpPr>
        <p:spPr>
          <a:xfrm>
            <a:off x="4571863" y="2278000"/>
            <a:ext cx="26838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lang="en" sz="9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lang="en" sz="9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9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infographics &amp; images by </a:t>
            </a:r>
            <a:r>
              <a:rPr lang="en" sz="9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9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l="-6643" t="13471" r="27548" b="-35825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4" r:id="rId4"/>
    <p:sldLayoutId id="2147483658" r:id="rId5"/>
    <p:sldLayoutId id="2147483665" r:id="rId6"/>
    <p:sldLayoutId id="2147483666" r:id="rId7"/>
    <p:sldLayoutId id="2147483675" r:id="rId8"/>
    <p:sldLayoutId id="2147483676" r:id="rId9"/>
    <p:sldLayoutId id="214748367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ctrTitle"/>
          </p:nvPr>
        </p:nvSpPr>
        <p:spPr>
          <a:xfrm>
            <a:off x="715100" y="1392400"/>
            <a:ext cx="7896100" cy="23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/>
              <a:t>Интерактивное приложение-компаньон по мотивам повести Антуана де Сент-Экзюпери</a:t>
            </a:r>
            <a:r>
              <a:rPr lang="en-US" sz="3600" dirty="0"/>
              <a:t> “</a:t>
            </a:r>
            <a:r>
              <a:rPr lang="ru-RU" sz="3600" dirty="0"/>
              <a:t>Маленький принц</a:t>
            </a:r>
            <a:r>
              <a:rPr lang="en-US" sz="3600" dirty="0"/>
              <a:t>”</a:t>
            </a:r>
            <a:endParaRPr sz="3600" dirty="0"/>
          </a:p>
        </p:txBody>
      </p:sp>
      <p:cxnSp>
        <p:nvCxnSpPr>
          <p:cNvPr id="192" name="Google Shape;192;p35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310;p35">
            <a:extLst>
              <a:ext uri="{FF2B5EF4-FFF2-40B4-BE49-F238E27FC236}">
                <a16:creationId xmlns:a16="http://schemas.microsoft.com/office/drawing/2014/main" id="{C0DA5E57-14F9-49F3-8EBF-61560D3F783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70224" y="3827601"/>
            <a:ext cx="5907375" cy="817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Выполнила: Анаркулова Бегимай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Группа: 407ИС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Специальность: Информационные системы и программирование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6000">
              <a:schemeClr val="accent2"/>
            </a:gs>
            <a:gs pos="89000">
              <a:schemeClr val="bg2"/>
            </a:gs>
            <a:gs pos="100000">
              <a:schemeClr val="bg2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>
            <a:spLocks noGrp="1"/>
          </p:cNvSpPr>
          <p:nvPr>
            <p:ph type="subTitle" idx="1"/>
          </p:nvPr>
        </p:nvSpPr>
        <p:spPr>
          <a:xfrm>
            <a:off x="365760" y="1623060"/>
            <a:ext cx="4732020" cy="22871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Цель: создать интерактивное приложение, которое: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ru-RU" sz="1800" dirty="0"/>
              <a:t>Погружает пользователя в атмосферу "Маленького принца"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ru-RU" sz="1800" dirty="0"/>
              <a:t>Напоминает о простых, но важных ежедневных ритуалах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ru-RU" sz="1800" dirty="0"/>
              <a:t>Визуализирует течение времени через смену времени суток</a:t>
            </a: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</a:pPr>
            <a:endParaRPr lang="ru-RU" sz="1800" dirty="0"/>
          </a:p>
        </p:txBody>
      </p:sp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Century Gothic" panose="020B0502020202020204" pitchFamily="34" charset="0"/>
              </a:rPr>
              <a:t>Цели и задачи проекта</a:t>
            </a:r>
            <a:endParaRPr b="1" dirty="0">
              <a:latin typeface="Century Gothic" panose="020B0502020202020204" pitchFamily="34" charset="0"/>
            </a:endParaRPr>
          </a:p>
        </p:txBody>
      </p:sp>
      <p:pic>
        <p:nvPicPr>
          <p:cNvPr id="1026" name="Picture 2" descr="Стратегия планирования и достижения целей">
            <a:extLst>
              <a:ext uri="{FF2B5EF4-FFF2-40B4-BE49-F238E27FC236}">
                <a16:creationId xmlns:a16="http://schemas.microsoft.com/office/drawing/2014/main" id="{5B989FCC-7130-4F6C-8500-A39849788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310" y="1482148"/>
            <a:ext cx="2983172" cy="29831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36000">
              <a:schemeClr val="accent2"/>
            </a:gs>
            <a:gs pos="19000">
              <a:schemeClr val="accent5"/>
            </a:gs>
            <a:gs pos="54000">
              <a:schemeClr val="accent2"/>
            </a:gs>
            <a:gs pos="92000">
              <a:schemeClr val="bg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>
            <a:spLocks noGrp="1"/>
          </p:cNvSpPr>
          <p:nvPr>
            <p:ph type="subTitle" idx="1"/>
          </p:nvPr>
        </p:nvSpPr>
        <p:spPr>
          <a:xfrm>
            <a:off x="3930310" y="1717264"/>
            <a:ext cx="4718390" cy="24280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Задачи проекта: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ru-RU" sz="1400" dirty="0"/>
              <a:t>Реализовать адаптивный UI с использованием </a:t>
            </a:r>
            <a:r>
              <a:rPr lang="ru-RU" sz="1400" dirty="0" err="1"/>
              <a:t>ConstraintLayout</a:t>
            </a:r>
            <a:endParaRPr lang="ru-RU" sz="14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ru-RU" sz="1400" dirty="0"/>
              <a:t>Настроить систему управления видимостью View-компонентов (VISIBLE/INVISIBLE)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ru-RU" sz="1400" dirty="0"/>
              <a:t>Реализовать обработку событий через четыре независимых </a:t>
            </a:r>
            <a:r>
              <a:rPr lang="ru-RU" sz="1400" dirty="0" err="1"/>
              <a:t>onClick</a:t>
            </a:r>
            <a:r>
              <a:rPr lang="ru-RU" sz="1400" dirty="0"/>
              <a:t>-обработчика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ru-RU" sz="1400" dirty="0"/>
              <a:t>Внедрить </a:t>
            </a:r>
            <a:r>
              <a:rPr lang="ru-RU" sz="1400" dirty="0" err="1"/>
              <a:t>AlertDialog</a:t>
            </a:r>
            <a:r>
              <a:rPr lang="ru-RU" sz="1400" dirty="0"/>
              <a:t> и </a:t>
            </a:r>
            <a:r>
              <a:rPr lang="ru-RU" sz="1400" dirty="0" err="1"/>
              <a:t>Toast</a:t>
            </a:r>
            <a:r>
              <a:rPr lang="ru-RU" sz="1400" dirty="0"/>
              <a:t> для пользовательской обратной связи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ru-RU" sz="1400" dirty="0"/>
              <a:t>Организовать ресурсы приложения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</a:pPr>
            <a:endParaRPr lang="ru-RU" sz="1400" dirty="0"/>
          </a:p>
        </p:txBody>
      </p:sp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Century Gothic" panose="020B0502020202020204" pitchFamily="34" charset="0"/>
              </a:rPr>
              <a:t>Цели и задачи проекта</a:t>
            </a:r>
            <a:endParaRPr b="1" dirty="0">
              <a:latin typeface="Century Gothic" panose="020B0502020202020204" pitchFamily="34" charset="0"/>
            </a:endParaRPr>
          </a:p>
        </p:txBody>
      </p:sp>
      <p:pic>
        <p:nvPicPr>
          <p:cNvPr id="1026" name="Picture 2" descr="Стратегия планирования и достижения целей">
            <a:extLst>
              <a:ext uri="{FF2B5EF4-FFF2-40B4-BE49-F238E27FC236}">
                <a16:creationId xmlns:a16="http://schemas.microsoft.com/office/drawing/2014/main" id="{5B989FCC-7130-4F6C-8500-A39849788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439686"/>
            <a:ext cx="2983172" cy="29831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37501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>
            <a:spLocks noGrp="1"/>
          </p:cNvSpPr>
          <p:nvPr>
            <p:ph type="subTitle" idx="1"/>
          </p:nvPr>
        </p:nvSpPr>
        <p:spPr>
          <a:xfrm>
            <a:off x="548950" y="1315400"/>
            <a:ext cx="4640270" cy="28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/>
              <a:t>Для кого?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14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Поклонники книги "Маленький принц".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Люди, ищущие спокойные и красивые приложения для снятия стресса.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Все, кто ценит минималистичный дизайн и простоту.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/>
              <a:t>Что это?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/>
              <a:t>Это цифровой питомец-планета. Ваша задача — нажимать на кнопки времени суток, чтобы наблюдать, как меняется пейзаж вокруг Маленького принца. Никакой сложной механики, только атмосфера и визуальная история.</a:t>
            </a:r>
            <a:endParaRPr sz="1400" dirty="0"/>
          </a:p>
        </p:txBody>
      </p:sp>
      <p:sp>
        <p:nvSpPr>
          <p:cNvPr id="250" name="Google Shape;250;p41"/>
          <p:cNvSpPr txBox="1">
            <a:spLocks noGrp="1"/>
          </p:cNvSpPr>
          <p:nvPr>
            <p:ph type="title"/>
          </p:nvPr>
        </p:nvSpPr>
        <p:spPr>
          <a:xfrm>
            <a:off x="1550300" y="260650"/>
            <a:ext cx="6232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Целевая аудитория и суть приложения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51840F-1303-47DC-A19B-00B47C05D0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44" t="980" r="8311" b="18482"/>
          <a:stretch/>
        </p:blipFill>
        <p:spPr>
          <a:xfrm>
            <a:off x="5954400" y="1067199"/>
            <a:ext cx="1883469" cy="35413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4951300" cy="6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latin typeface="Century Gothic" panose="020B0502020202020204" pitchFamily="34" charset="0"/>
              </a:rPr>
              <a:t>Функциональность</a:t>
            </a:r>
            <a:endParaRPr sz="3600" b="1" dirty="0">
              <a:latin typeface="Century Gothic" panose="020B0502020202020204" pitchFamily="34" charset="0"/>
            </a:endParaRPr>
          </a:p>
        </p:txBody>
      </p:sp>
      <p:cxnSp>
        <p:nvCxnSpPr>
          <p:cNvPr id="373" name="Google Shape;373;p49">
            <a:hlinkClick r:id="" action="ppaction://hlinkshowjump?jump=nextslide"/>
          </p:cNvPr>
          <p:cNvCxnSpPr/>
          <p:nvPr/>
        </p:nvCxnSpPr>
        <p:spPr>
          <a:xfrm>
            <a:off x="715100" y="44144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1510A77-67AF-4A89-A2E5-B8721490D28A}"/>
              </a:ext>
            </a:extLst>
          </p:cNvPr>
          <p:cNvSpPr txBox="1"/>
          <p:nvPr/>
        </p:nvSpPr>
        <p:spPr>
          <a:xfrm>
            <a:off x="486746" y="1315291"/>
            <a:ext cx="480247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ru-RU" sz="1600" dirty="0"/>
              <a:t>Четыре времени суток - утро, день, вечер, ночь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ru-RU" sz="1600" dirty="0"/>
              <a:t>Визуальная смена - уникальные изображения для каждого периода Интерактивные уведомления - напоминания о действиях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ru-RU" sz="1600" dirty="0"/>
              <a:t>Звуковое сопровождение смены суток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ru-RU" sz="1600" dirty="0"/>
              <a:t>Утро: "Привести в порядок свою планету"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ru-RU" sz="1600" dirty="0"/>
              <a:t>День: "Полить розу"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ru-RU" sz="1600" dirty="0"/>
              <a:t>Вечер: "Закрыть розу ширмой"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ru-RU" sz="1600" dirty="0"/>
              <a:t>Ночь: "Полюбоваться закатом"</a:t>
            </a:r>
          </a:p>
          <a:p>
            <a:pPr marL="285750" indent="-285750">
              <a:buClr>
                <a:schemeClr val="tx2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ru-RU" sz="1600" dirty="0"/>
              <a:t>Диалоговые окна - цитаты и советы от Маленького принца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4A0A65-6A61-45D0-88EE-0BE47267B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217" y="1081946"/>
            <a:ext cx="3306144" cy="35265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9"/>
          <p:cNvSpPr txBox="1">
            <a:spLocks noGrp="1"/>
          </p:cNvSpPr>
          <p:nvPr>
            <p:ph type="title"/>
          </p:nvPr>
        </p:nvSpPr>
        <p:spPr>
          <a:xfrm>
            <a:off x="730340" y="230200"/>
            <a:ext cx="4951300" cy="6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latin typeface="Century Gothic" panose="020B0502020202020204" pitchFamily="34" charset="0"/>
              </a:rPr>
              <a:t>Режим «Утро»</a:t>
            </a:r>
            <a:endParaRPr sz="3600" b="1" dirty="0">
              <a:latin typeface="Century Gothic" panose="020B0502020202020204" pitchFamily="34" charset="0"/>
            </a:endParaRPr>
          </a:p>
        </p:txBody>
      </p:sp>
      <p:cxnSp>
        <p:nvCxnSpPr>
          <p:cNvPr id="373" name="Google Shape;373;p49">
            <a:hlinkClick r:id="" action="ppaction://hlinkshowjump?jump=nextslide"/>
          </p:cNvPr>
          <p:cNvCxnSpPr/>
          <p:nvPr/>
        </p:nvCxnSpPr>
        <p:spPr>
          <a:xfrm>
            <a:off x="715100" y="44144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FDFEDB-C9D3-4D60-ABA6-7093A14A80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00" t="4914" r="4468" b="5544"/>
          <a:stretch/>
        </p:blipFill>
        <p:spPr>
          <a:xfrm>
            <a:off x="1151370" y="919200"/>
            <a:ext cx="1861871" cy="38424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52DD40-BE51-4A36-9044-4592DA1357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43" t="725" r="3823" b="4190"/>
          <a:stretch/>
        </p:blipFill>
        <p:spPr>
          <a:xfrm>
            <a:off x="4029067" y="1447157"/>
            <a:ext cx="1104900" cy="25416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73D5ECC-6C73-4116-B324-B8F5C8AC4D2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90" t="4914" r="8446" b="4691"/>
          <a:stretch/>
        </p:blipFill>
        <p:spPr>
          <a:xfrm>
            <a:off x="5856842" y="1427802"/>
            <a:ext cx="1179949" cy="25803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70F3B28-51B9-40DF-83FE-AC106CDC483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804" t="4583" r="8676" b="5855"/>
          <a:stretch/>
        </p:blipFill>
        <p:spPr>
          <a:xfrm>
            <a:off x="7447362" y="1427802"/>
            <a:ext cx="1190001" cy="25813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16710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9"/>
          <p:cNvSpPr txBox="1">
            <a:spLocks noGrp="1"/>
          </p:cNvSpPr>
          <p:nvPr>
            <p:ph type="title"/>
          </p:nvPr>
        </p:nvSpPr>
        <p:spPr>
          <a:xfrm>
            <a:off x="730340" y="230200"/>
            <a:ext cx="4951300" cy="6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latin typeface="Century Gothic" panose="020B0502020202020204" pitchFamily="34" charset="0"/>
              </a:rPr>
              <a:t>Режим «День»</a:t>
            </a:r>
            <a:endParaRPr sz="3600" b="1" dirty="0">
              <a:latin typeface="Century Gothic" panose="020B0502020202020204" pitchFamily="34" charset="0"/>
            </a:endParaRPr>
          </a:p>
        </p:txBody>
      </p:sp>
      <p:cxnSp>
        <p:nvCxnSpPr>
          <p:cNvPr id="373" name="Google Shape;373;p49">
            <a:hlinkClick r:id="" action="ppaction://hlinkshowjump?jump=nextslide"/>
          </p:cNvPr>
          <p:cNvCxnSpPr/>
          <p:nvPr/>
        </p:nvCxnSpPr>
        <p:spPr>
          <a:xfrm>
            <a:off x="715100" y="44144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FDFEDB-C9D3-4D60-ABA6-7093A14A80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00" t="4914" r="4468" b="5544"/>
          <a:stretch/>
        </p:blipFill>
        <p:spPr>
          <a:xfrm>
            <a:off x="1224229" y="1487296"/>
            <a:ext cx="1143066" cy="23590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52DD40-BE51-4A36-9044-4592DA1357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43" t="725" r="3823" b="4190"/>
          <a:stretch/>
        </p:blipFill>
        <p:spPr>
          <a:xfrm>
            <a:off x="3467100" y="846530"/>
            <a:ext cx="1767840" cy="40665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73D5ECC-6C73-4116-B324-B8F5C8AC4D2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90" t="4914" r="8446" b="4691"/>
          <a:stretch/>
        </p:blipFill>
        <p:spPr>
          <a:xfrm>
            <a:off x="5856842" y="1427802"/>
            <a:ext cx="1179949" cy="25803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70F3B28-51B9-40DF-83FE-AC106CDC483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804" t="4583" r="8676" b="5855"/>
          <a:stretch/>
        </p:blipFill>
        <p:spPr>
          <a:xfrm>
            <a:off x="7447362" y="1427802"/>
            <a:ext cx="1190001" cy="25813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59288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9"/>
          <p:cNvSpPr txBox="1">
            <a:spLocks noGrp="1"/>
          </p:cNvSpPr>
          <p:nvPr>
            <p:ph type="title"/>
          </p:nvPr>
        </p:nvSpPr>
        <p:spPr>
          <a:xfrm>
            <a:off x="730340" y="230200"/>
            <a:ext cx="4951300" cy="6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latin typeface="Century Gothic" panose="020B0502020202020204" pitchFamily="34" charset="0"/>
              </a:rPr>
              <a:t>Режим «Вечер»</a:t>
            </a:r>
            <a:endParaRPr sz="3600" b="1" dirty="0">
              <a:latin typeface="Century Gothic" panose="020B0502020202020204" pitchFamily="34" charset="0"/>
            </a:endParaRPr>
          </a:p>
        </p:txBody>
      </p:sp>
      <p:cxnSp>
        <p:nvCxnSpPr>
          <p:cNvPr id="373" name="Google Shape;373;p49">
            <a:hlinkClick r:id="" action="ppaction://hlinkshowjump?jump=nextslide"/>
          </p:cNvPr>
          <p:cNvCxnSpPr/>
          <p:nvPr/>
        </p:nvCxnSpPr>
        <p:spPr>
          <a:xfrm>
            <a:off x="715100" y="44144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FDFEDB-C9D3-4D60-ABA6-7093A14A80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00" t="4914" r="4468" b="5544"/>
          <a:stretch/>
        </p:blipFill>
        <p:spPr>
          <a:xfrm>
            <a:off x="1224229" y="1487296"/>
            <a:ext cx="1143066" cy="23590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52DD40-BE51-4A36-9044-4592DA1357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43" t="725" r="3823" b="4190"/>
          <a:stretch/>
        </p:blipFill>
        <p:spPr>
          <a:xfrm>
            <a:off x="3475621" y="1427802"/>
            <a:ext cx="1143066" cy="26293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73D5ECC-6C73-4116-B324-B8F5C8AC4D2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90" t="4914" r="8446" b="4691"/>
          <a:stretch/>
        </p:blipFill>
        <p:spPr>
          <a:xfrm>
            <a:off x="5088979" y="377295"/>
            <a:ext cx="2006998" cy="43889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70F3B28-51B9-40DF-83FE-AC106CDC483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804" t="4583" r="8676" b="5855"/>
          <a:stretch/>
        </p:blipFill>
        <p:spPr>
          <a:xfrm>
            <a:off x="7447362" y="1427802"/>
            <a:ext cx="1190001" cy="25813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49274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9"/>
          <p:cNvSpPr txBox="1">
            <a:spLocks noGrp="1"/>
          </p:cNvSpPr>
          <p:nvPr>
            <p:ph type="title"/>
          </p:nvPr>
        </p:nvSpPr>
        <p:spPr>
          <a:xfrm>
            <a:off x="730340" y="230200"/>
            <a:ext cx="4951300" cy="6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latin typeface="Century Gothic" panose="020B0502020202020204" pitchFamily="34" charset="0"/>
              </a:rPr>
              <a:t>Режим «Ночь»</a:t>
            </a:r>
            <a:endParaRPr sz="3600" b="1" dirty="0">
              <a:latin typeface="Century Gothic" panose="020B0502020202020204" pitchFamily="34" charset="0"/>
            </a:endParaRPr>
          </a:p>
        </p:txBody>
      </p:sp>
      <p:cxnSp>
        <p:nvCxnSpPr>
          <p:cNvPr id="373" name="Google Shape;373;p49">
            <a:hlinkClick r:id="" action="ppaction://hlinkshowjump?jump=nextslide"/>
          </p:cNvPr>
          <p:cNvCxnSpPr/>
          <p:nvPr/>
        </p:nvCxnSpPr>
        <p:spPr>
          <a:xfrm>
            <a:off x="715100" y="44144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FDFEDB-C9D3-4D60-ABA6-7093A14A80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00" t="4914" r="4468" b="5544"/>
          <a:stretch/>
        </p:blipFill>
        <p:spPr>
          <a:xfrm>
            <a:off x="1224229" y="1487296"/>
            <a:ext cx="1143066" cy="23590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52DD40-BE51-4A36-9044-4592DA1357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43" t="725" r="3823" b="4190"/>
          <a:stretch/>
        </p:blipFill>
        <p:spPr>
          <a:xfrm>
            <a:off x="3475621" y="1427802"/>
            <a:ext cx="1143066" cy="26293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73D5ECC-6C73-4116-B324-B8F5C8AC4D2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90" t="4914" r="8446" b="4691"/>
          <a:stretch/>
        </p:blipFill>
        <p:spPr>
          <a:xfrm>
            <a:off x="5132012" y="1406888"/>
            <a:ext cx="1190002" cy="26023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70F3B28-51B9-40DF-83FE-AC106CDC483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804" t="4583" r="8676" b="5855"/>
          <a:stretch/>
        </p:blipFill>
        <p:spPr>
          <a:xfrm>
            <a:off x="6729006" y="390304"/>
            <a:ext cx="2049234" cy="44452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  <a:reflection blurRad="12700" stA="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49821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>
            <a:spLocks noGrp="1"/>
          </p:cNvSpPr>
          <p:nvPr>
            <p:ph type="ctrTitle"/>
          </p:nvPr>
        </p:nvSpPr>
        <p:spPr>
          <a:xfrm>
            <a:off x="614300" y="349825"/>
            <a:ext cx="3957600" cy="830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latin typeface="Century Gothic" panose="020B0502020202020204" pitchFamily="34" charset="0"/>
              </a:rPr>
              <a:t>Техническая реализация и архитектура приложения</a:t>
            </a:r>
            <a:endParaRPr sz="2000" b="1" dirty="0">
              <a:latin typeface="Century Gothic" panose="020B0502020202020204" pitchFamily="34" charset="0"/>
            </a:endParaRPr>
          </a:p>
        </p:txBody>
      </p:sp>
      <p:sp>
        <p:nvSpPr>
          <p:cNvPr id="257" name="Google Shape;257;p42"/>
          <p:cNvSpPr txBox="1">
            <a:spLocks noGrp="1"/>
          </p:cNvSpPr>
          <p:nvPr>
            <p:ph type="subTitle" idx="1"/>
          </p:nvPr>
        </p:nvSpPr>
        <p:spPr>
          <a:xfrm>
            <a:off x="388700" y="1053399"/>
            <a:ext cx="4183200" cy="35344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274320" lvl="0" indent="-213359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</a:pPr>
            <a:r>
              <a:rPr lang="ru-RU" dirty="0"/>
              <a:t>Язык: </a:t>
            </a:r>
            <a:r>
              <a:rPr lang="en-US" dirty="0"/>
              <a:t>Java</a:t>
            </a:r>
          </a:p>
          <a:p>
            <a:pPr marL="274320" lvl="0" indent="-213359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</a:pPr>
            <a:r>
              <a:rPr lang="ru-RU" dirty="0"/>
              <a:t>Платформа: </a:t>
            </a:r>
            <a:r>
              <a:rPr lang="en-US" dirty="0"/>
              <a:t>Android</a:t>
            </a:r>
          </a:p>
          <a:p>
            <a:pPr marL="274320" lvl="0" indent="-213359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</a:pPr>
            <a:r>
              <a:rPr lang="ru-RU" dirty="0"/>
              <a:t>Среда разработки: </a:t>
            </a:r>
            <a:r>
              <a:rPr lang="en-US" dirty="0"/>
              <a:t>Android Studio</a:t>
            </a:r>
          </a:p>
          <a:p>
            <a:pPr marL="274320" lvl="0" indent="-213359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</a:pPr>
            <a:r>
              <a:rPr lang="ru-RU" dirty="0"/>
              <a:t>Интерфейс: </a:t>
            </a:r>
            <a:r>
              <a:rPr lang="en-US" dirty="0"/>
              <a:t>XML</a:t>
            </a:r>
            <a:endParaRPr lang="ru-RU" dirty="0"/>
          </a:p>
          <a:p>
            <a:pPr marL="274320" lvl="0" indent="-213359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Ключевые элементы: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Активность: один экран — одна планета.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Интерфейс: четыре стилизованные кнопки (Утро, День, Вечер, Ночь).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Логика: при нажатии на кнопку меняется видимость соответствующих изображений-фонов.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Дизайн: разные изображения для каждого режима</a:t>
            </a:r>
          </a:p>
        </p:txBody>
      </p:sp>
      <p:pic>
        <p:nvPicPr>
          <p:cNvPr id="258" name="Google Shape;258;p42"/>
          <p:cNvPicPr preferRelativeResize="0">
            <a:picLocks noGrp="1"/>
          </p:cNvPicPr>
          <p:nvPr>
            <p:ph type="pic" idx="4294967295"/>
          </p:nvPr>
        </p:nvPicPr>
        <p:blipFill rotWithShape="1">
          <a:blip r:embed="rId3"/>
          <a:srcRect/>
          <a:stretch/>
        </p:blipFill>
        <p:spPr>
          <a:xfrm>
            <a:off x="4413388" y="555624"/>
            <a:ext cx="3427412" cy="4032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>
            <a:spLocks noGrp="1"/>
          </p:cNvSpPr>
          <p:nvPr>
            <p:ph type="subTitle" idx="1"/>
          </p:nvPr>
        </p:nvSpPr>
        <p:spPr>
          <a:xfrm>
            <a:off x="524745" y="1362500"/>
            <a:ext cx="4212855" cy="28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ru-RU" sz="1600" dirty="0"/>
              <a:t>Добавить анимации переходов между временами суток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ru-RU" sz="1600" dirty="0"/>
              <a:t>Реализовать систему ежедневных </a:t>
            </a:r>
            <a:r>
              <a:rPr lang="ru-RU" sz="1600" dirty="0" err="1"/>
              <a:t>streak</a:t>
            </a:r>
            <a:r>
              <a:rPr lang="ru-RU" sz="1600" dirty="0"/>
              <a:t> (серий выполненных дел)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ru-RU" sz="1600" dirty="0"/>
              <a:t>Добавить коллекцию цитат из книги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ru-RU" sz="1600" dirty="0"/>
              <a:t>Внедрить мини-игры (полив розы, уборка баобабов)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ru-RU" sz="1600" dirty="0"/>
              <a:t>Создать статистику выполненных ритуалов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q"/>
            </a:pPr>
            <a:r>
              <a:rPr lang="ru-RU" sz="1600" dirty="0"/>
              <a:t>Добавить режим "Путешествие по планетам"</a:t>
            </a:r>
            <a:endParaRPr sz="1600" dirty="0"/>
          </a:p>
        </p:txBody>
      </p:sp>
      <p:sp>
        <p:nvSpPr>
          <p:cNvPr id="264" name="Google Shape;264;p4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Century Gothic" panose="020B0502020202020204" pitchFamily="34" charset="0"/>
              </a:rPr>
              <a:t>Возможности улучшения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pic>
        <p:nvPicPr>
          <p:cNvPr id="9" name="Picture 2" descr="Picture background">
            <a:extLst>
              <a:ext uri="{FF2B5EF4-FFF2-40B4-BE49-F238E27FC236}">
                <a16:creationId xmlns:a16="http://schemas.microsoft.com/office/drawing/2014/main" id="{E32510C6-32B2-4712-A378-681C9B6C0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101" y="1665140"/>
            <a:ext cx="3328899" cy="222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358</Words>
  <Application>Microsoft Office PowerPoint</Application>
  <PresentationFormat>Экран (16:9)</PresentationFormat>
  <Paragraphs>57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Century Gothic</vt:lpstr>
      <vt:lpstr>Albert Sans</vt:lpstr>
      <vt:lpstr>Wingdings</vt:lpstr>
      <vt:lpstr>Alexandria Medium</vt:lpstr>
      <vt:lpstr>Lead Funnel by Slidesgo</vt:lpstr>
      <vt:lpstr>Интерактивное приложение-компаньон по мотивам повести Антуана де Сент-Экзюпери “Маленький принц”</vt:lpstr>
      <vt:lpstr>Цели и задачи проекта</vt:lpstr>
      <vt:lpstr>Цели и задачи проекта</vt:lpstr>
      <vt:lpstr>Целевая аудитория и суть приложения</vt:lpstr>
      <vt:lpstr>Функциональность</vt:lpstr>
      <vt:lpstr>Режим «Утро»</vt:lpstr>
      <vt:lpstr>Режим «День»</vt:lpstr>
      <vt:lpstr>Режим «Вечер»</vt:lpstr>
      <vt:lpstr>Режим «Ночь»</vt:lpstr>
      <vt:lpstr>Техническая реализация и архитектура приложения</vt:lpstr>
      <vt:lpstr>Возможности улучшения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Интерактивное приложение-компаньон по мотивам повести Антуана де Сент-Экзюпери “Маленький принц”</dc:title>
  <cp:lastModifiedBy>Бегимай Анаркулова</cp:lastModifiedBy>
  <cp:revision>5</cp:revision>
  <dcterms:modified xsi:type="dcterms:W3CDTF">2025-12-20T08:45:45Z</dcterms:modified>
</cp:coreProperties>
</file>